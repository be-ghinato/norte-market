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NORTE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AV1 — Programação III · Full Stack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Projeto integrador · 2026/2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1. 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Catálogo de produtos com dados públicos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• React + Vite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• React Router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• Axios + Fake Store API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• SCSS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• Next.js + Tailwind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• Jest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2.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apps/react → aplicação principal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apps/institutional → página institucional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src/components → componentes reutilizáveis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src/pages → páginas e rotas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src/services → integração com API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src/styles → SCSS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src/utils + tests → lógica 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3. Aula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SCSS com variáveis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Nesting em componentes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Mixins: container e focus-ring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Flexbox no menu, ações e rodapé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Box Model com padding, margin, border e box-sizing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4. Aula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Mobile-first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Breakpoints: 640px e 960px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Celular · tablet · desktop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Arrays, objetos, funções e condicionais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Eventos: onChange, onClick e onSubmit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5. Aula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Componentização: Header, Footer, ProductCard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useState para estado e interações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map() + key para listas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React Router: /, /catalogo, /favoritos e 404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Navegação sem recarregar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6. Aula 05 —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Axios → GET /products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useEffect → carregamento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useState → dados, filtros e favoritos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map() → produtos na tela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Busca + filtro de categoria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7. Aula 05 — Next + Tailwind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Página institucional separada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Next.js App Router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Tailwind CSS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Responsividade com sm / md / lg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Deploy separado na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8. Testes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Jest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• filtro por título/categoria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• formatação de preço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Executar: npm test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Mostrar o terminal real com os testes passando.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9.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1. Abrir aplicação publicada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2. Navegar entre as rotas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3. Mostrar produtos da API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4. Pesquisar e filtrar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5. Alterar estado na página Favoritos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6. DevTools: celular / tablet / desktop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7. Abrir institucional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8. Executar npm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84F"/>
                </a:solidFill>
                <a:latin typeface="Arial"/>
              </a:defRPr>
            </a:pPr>
            <a:r>
              <a:t>10.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23A40"/>
                </a:solidFill>
                <a:latin typeface="Arial"/>
              </a:defRPr>
            </a:pPr>
            <a:r>
              <a:t>GitHub público + histórico de commits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URL Vercel — React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URL Vercel — Next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Documentação com evidências</a:t>
            </a:r>
          </a:p>
          <a:p>
            <a:pPr>
              <a:spcAft>
                <a:spcPts val="900"/>
              </a:spcAft>
              <a:defRPr sz="1900">
                <a:solidFill>
                  <a:srgbClr val="323A40"/>
                </a:solidFill>
                <a:latin typeface="Arial"/>
              </a:defRPr>
            </a:pPr>
            <a:r>
              <a:t>Participação de todos os integrantes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27B"/>
                </a:solidFill>
              </a:defRPr>
            </a:pPr>
            <a:r>
              <a:t>Norte Market · AV1 Programação III · 2026/2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